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注意：数据来源IDC 2026Q1报告，需确认最新数字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Q2 产品路线图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千束团队 |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一、市场现状分析</a:t>
            </a:r>
          </a:p>
          <a:p>
            <a:r>
              <a:t>二、竞品对比</a:t>
            </a:r>
          </a:p>
          <a:p>
            <a:r>
              <a:t>三、产品规划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市场现状分析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AI芯片市场规模持续扩大</a:t>
            </a:r>
          </a:p>
          <a:p>
            <a:r>
              <a:t>- 预计2026年达到500亿元</a:t>
            </a:r>
          </a:p>
          <a:p>
            <a:r>
              <a:t>- 主要驱动力：大模型训练需求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